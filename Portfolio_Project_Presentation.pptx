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una silagani" userId="a594d15ed4949345" providerId="LiveId" clId="{9AABC190-91CF-46D4-A031-0593F48EA699}"/>
    <pc:docChg chg="modSld">
      <pc:chgData name="prasuna silagani" userId="a594d15ed4949345" providerId="LiveId" clId="{9AABC190-91CF-46D4-A031-0593F48EA699}" dt="2026-07-16T17:01:13.350" v="3" actId="114"/>
      <pc:docMkLst>
        <pc:docMk/>
      </pc:docMkLst>
      <pc:sldChg chg="modSp mod">
        <pc:chgData name="prasuna silagani" userId="a594d15ed4949345" providerId="LiveId" clId="{9AABC190-91CF-46D4-A031-0593F48EA699}" dt="2026-07-16T17:01:13.350" v="3" actId="114"/>
        <pc:sldMkLst>
          <pc:docMk/>
          <pc:sldMk cId="0" sldId="256"/>
        </pc:sldMkLst>
        <pc:spChg chg="mod">
          <ac:chgData name="prasuna silagani" userId="a594d15ed4949345" providerId="LiveId" clId="{9AABC190-91CF-46D4-A031-0593F48EA699}" dt="2026-07-16T17:01:13.350" v="3" actId="114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0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0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775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3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8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82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8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41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2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91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Portfolio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845734"/>
            <a:ext cx="7543801" cy="4023360"/>
          </a:xfrm>
        </p:spPr>
        <p:txBody>
          <a:bodyPr/>
          <a:lstStyle/>
          <a:p>
            <a:endParaRPr dirty="0"/>
          </a:p>
          <a:p>
            <a:r>
              <a:rPr b="1" dirty="0"/>
              <a:t>Portfolio Project Presentation</a:t>
            </a:r>
          </a:p>
          <a:p>
            <a:r>
              <a:rPr dirty="0"/>
              <a:t>Presented by: </a:t>
            </a:r>
            <a:r>
              <a:rPr lang="en-US" dirty="0"/>
              <a:t>Prasuna Silagani</a:t>
            </a:r>
            <a:endParaRPr dirty="0"/>
          </a:p>
          <a:p>
            <a:r>
              <a:rPr dirty="0"/>
              <a:t>Role: Full Stack Developer Fresher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177142"/>
            <a:ext cx="7543801" cy="36919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Fresher Full Stack Developer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Passionate about Web Development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Skilled in HTML, CSS and 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Built projects in Web Development and Machine Learning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Eager to learn and grow in the IT industry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Build a professional online portfolio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Showcase technical skills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Display projects and achievements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Improve web development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Tags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513115"/>
            <a:ext cx="7950927" cy="4920342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&lt;head&gt; 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&lt;body&gt;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&lt;div&gt;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</a:t>
            </a:r>
            <a:r>
              <a:rPr sz="4200" dirty="0" err="1"/>
              <a:t>img</a:t>
            </a:r>
            <a:r>
              <a:rPr sz="4200" dirty="0"/>
              <a:t>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&lt;a&gt;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&lt;table&gt;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&lt;form&gt;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&lt;input&gt;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4200" dirty="0"/>
              <a:t>&lt;html&gt;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</a:t>
            </a:r>
            <a:r>
              <a:rPr sz="4200" dirty="0" err="1"/>
              <a:t>textarea</a:t>
            </a:r>
            <a:r>
              <a:rPr sz="4200" dirty="0"/>
              <a:t>&gt;</a:t>
            </a:r>
            <a:endParaRPr lang="en-US" sz="4200" dirty="0"/>
          </a:p>
          <a:p>
            <a:pPr>
              <a:buFont typeface="Wingdings" panose="05000000000000000000" pitchFamily="2" charset="2"/>
              <a:buChar char="Ø"/>
            </a:pPr>
            <a:r>
              <a:rPr sz="4200" dirty="0"/>
              <a:t> &lt;progress</a:t>
            </a:r>
            <a:r>
              <a:rPr lang="en-US" sz="4200" dirty="0"/>
              <a:t>&gt;</a:t>
            </a:r>
            <a:endParaRPr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Responsive design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Navigation bar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Skills section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Projects showcase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Contact 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155370"/>
            <a:ext cx="7543801" cy="37137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Creating progress bars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Managing spacing and responsiveness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Aligning elements with CSS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Improved HTML and CSS knowledge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Learned webpage layouts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Built user-friendly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079170"/>
            <a:ext cx="7543801" cy="378992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This portfolio project helped me improve my HTML, CSS, and basic web design skills.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It represents my journey as a fresher in Full Stack Development.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Through this project, I learned how to create a structured, responsive, and user-friendly website.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It showcases my skills, projects, education, and contact details in a professional way.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216</Words>
  <Application>Microsoft Office PowerPoint</Application>
  <PresentationFormat>On-screen Show (4:3)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Wingdings</vt:lpstr>
      <vt:lpstr>Retrospect</vt:lpstr>
      <vt:lpstr>                    Portfolio</vt:lpstr>
      <vt:lpstr>Introduction</vt:lpstr>
      <vt:lpstr>Project Objective</vt:lpstr>
      <vt:lpstr>HTML Tags Used</vt:lpstr>
      <vt:lpstr>Features</vt:lpstr>
      <vt:lpstr>Challenges Faced</vt:lpstr>
      <vt:lpstr>Learnings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prasuna silagani</cp:lastModifiedBy>
  <cp:revision>2</cp:revision>
  <dcterms:created xsi:type="dcterms:W3CDTF">2013-01-27T09:14:16Z</dcterms:created>
  <dcterms:modified xsi:type="dcterms:W3CDTF">2026-07-16T17:01:17Z</dcterms:modified>
  <cp:category/>
</cp:coreProperties>
</file>